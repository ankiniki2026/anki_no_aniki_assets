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</p:sldIdLst>
  <p:sldSz cx="4471988" cy="9677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  <a:srgbClr val="63A83C"/>
    <a:srgbClr val="B7CBD4"/>
    <a:srgbClr val="D3E7C8"/>
    <a:srgbClr val="D6D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80" y="84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99" y="1583779"/>
            <a:ext cx="3801190" cy="3369169"/>
          </a:xfrm>
        </p:spPr>
        <p:txBody>
          <a:bodyPr anchor="b"/>
          <a:lstStyle>
            <a:lvl1pPr algn="ctr">
              <a:defRPr sz="293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8999" y="5082876"/>
            <a:ext cx="3353991" cy="2336464"/>
          </a:xfrm>
        </p:spPr>
        <p:txBody>
          <a:bodyPr/>
          <a:lstStyle>
            <a:lvl1pPr marL="0" indent="0" algn="ctr">
              <a:buNone/>
              <a:defRPr sz="1174"/>
            </a:lvl1pPr>
            <a:lvl2pPr marL="223617" indent="0" algn="ctr">
              <a:buNone/>
              <a:defRPr sz="978"/>
            </a:lvl2pPr>
            <a:lvl3pPr marL="447233" indent="0" algn="ctr">
              <a:buNone/>
              <a:defRPr sz="880"/>
            </a:lvl3pPr>
            <a:lvl4pPr marL="670850" indent="0" algn="ctr">
              <a:buNone/>
              <a:defRPr sz="783"/>
            </a:lvl4pPr>
            <a:lvl5pPr marL="894466" indent="0" algn="ctr">
              <a:buNone/>
              <a:defRPr sz="783"/>
            </a:lvl5pPr>
            <a:lvl6pPr marL="1118083" indent="0" algn="ctr">
              <a:buNone/>
              <a:defRPr sz="783"/>
            </a:lvl6pPr>
            <a:lvl7pPr marL="1341699" indent="0" algn="ctr">
              <a:buNone/>
              <a:defRPr sz="783"/>
            </a:lvl7pPr>
            <a:lvl8pPr marL="1565316" indent="0" algn="ctr">
              <a:buNone/>
              <a:defRPr sz="783"/>
            </a:lvl8pPr>
            <a:lvl9pPr marL="1788932" indent="0" algn="ctr">
              <a:buNone/>
              <a:defRPr sz="78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267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13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120" y="2412632"/>
            <a:ext cx="3857090" cy="4025529"/>
          </a:xfrm>
        </p:spPr>
        <p:txBody>
          <a:bodyPr anchor="b"/>
          <a:lstStyle>
            <a:lvl1pPr>
              <a:defRPr sz="293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20" y="6476244"/>
            <a:ext cx="3857090" cy="2116931"/>
          </a:xfrm>
        </p:spPr>
        <p:txBody>
          <a:bodyPr/>
          <a:lstStyle>
            <a:lvl1pPr marL="0" indent="0">
              <a:buNone/>
              <a:defRPr sz="1174">
                <a:solidFill>
                  <a:schemeClr val="tx1"/>
                </a:solidFill>
              </a:defRPr>
            </a:lvl1pPr>
            <a:lvl2pPr marL="223617" indent="0">
              <a:buNone/>
              <a:defRPr sz="978">
                <a:solidFill>
                  <a:schemeClr val="tx1">
                    <a:tint val="75000"/>
                  </a:schemeClr>
                </a:solidFill>
              </a:defRPr>
            </a:lvl2pPr>
            <a:lvl3pPr marL="447233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3pPr>
            <a:lvl4pPr marL="670850" indent="0">
              <a:buNone/>
              <a:defRPr sz="783">
                <a:solidFill>
                  <a:schemeClr val="tx1">
                    <a:tint val="75000"/>
                  </a:schemeClr>
                </a:solidFill>
              </a:defRPr>
            </a:lvl4pPr>
            <a:lvl5pPr marL="894466" indent="0">
              <a:buNone/>
              <a:defRPr sz="783">
                <a:solidFill>
                  <a:schemeClr val="tx1">
                    <a:tint val="75000"/>
                  </a:schemeClr>
                </a:solidFill>
              </a:defRPr>
            </a:lvl5pPr>
            <a:lvl6pPr marL="1118083" indent="0">
              <a:buNone/>
              <a:defRPr sz="783">
                <a:solidFill>
                  <a:schemeClr val="tx1">
                    <a:tint val="75000"/>
                  </a:schemeClr>
                </a:solidFill>
              </a:defRPr>
            </a:lvl6pPr>
            <a:lvl7pPr marL="1341699" indent="0">
              <a:buNone/>
              <a:defRPr sz="783">
                <a:solidFill>
                  <a:schemeClr val="tx1">
                    <a:tint val="75000"/>
                  </a:schemeClr>
                </a:solidFill>
              </a:defRPr>
            </a:lvl7pPr>
            <a:lvl8pPr marL="1565316" indent="0">
              <a:buNone/>
              <a:defRPr sz="783">
                <a:solidFill>
                  <a:schemeClr val="tx1">
                    <a:tint val="75000"/>
                  </a:schemeClr>
                </a:solidFill>
              </a:defRPr>
            </a:lvl8pPr>
            <a:lvl9pPr marL="1788932" indent="0">
              <a:buNone/>
              <a:defRPr sz="7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51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449" y="2576160"/>
            <a:ext cx="1900595" cy="61402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3944" y="2576160"/>
            <a:ext cx="1900595" cy="61402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600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031" y="515234"/>
            <a:ext cx="3857090" cy="18705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8032" y="2372308"/>
            <a:ext cx="1891860" cy="1162631"/>
          </a:xfrm>
        </p:spPr>
        <p:txBody>
          <a:bodyPr anchor="b"/>
          <a:lstStyle>
            <a:lvl1pPr marL="0" indent="0">
              <a:buNone/>
              <a:defRPr sz="1174" b="1"/>
            </a:lvl1pPr>
            <a:lvl2pPr marL="223617" indent="0">
              <a:buNone/>
              <a:defRPr sz="978" b="1"/>
            </a:lvl2pPr>
            <a:lvl3pPr marL="447233" indent="0">
              <a:buNone/>
              <a:defRPr sz="880" b="1"/>
            </a:lvl3pPr>
            <a:lvl4pPr marL="670850" indent="0">
              <a:buNone/>
              <a:defRPr sz="783" b="1"/>
            </a:lvl4pPr>
            <a:lvl5pPr marL="894466" indent="0">
              <a:buNone/>
              <a:defRPr sz="783" b="1"/>
            </a:lvl5pPr>
            <a:lvl6pPr marL="1118083" indent="0">
              <a:buNone/>
              <a:defRPr sz="783" b="1"/>
            </a:lvl6pPr>
            <a:lvl7pPr marL="1341699" indent="0">
              <a:buNone/>
              <a:defRPr sz="783" b="1"/>
            </a:lvl7pPr>
            <a:lvl8pPr marL="1565316" indent="0">
              <a:buNone/>
              <a:defRPr sz="783" b="1"/>
            </a:lvl8pPr>
            <a:lvl9pPr marL="1788932" indent="0">
              <a:buNone/>
              <a:defRPr sz="78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8032" y="3534939"/>
            <a:ext cx="1891860" cy="51993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3944" y="2372308"/>
            <a:ext cx="1901177" cy="1162631"/>
          </a:xfrm>
        </p:spPr>
        <p:txBody>
          <a:bodyPr anchor="b"/>
          <a:lstStyle>
            <a:lvl1pPr marL="0" indent="0">
              <a:buNone/>
              <a:defRPr sz="1174" b="1"/>
            </a:lvl1pPr>
            <a:lvl2pPr marL="223617" indent="0">
              <a:buNone/>
              <a:defRPr sz="978" b="1"/>
            </a:lvl2pPr>
            <a:lvl3pPr marL="447233" indent="0">
              <a:buNone/>
              <a:defRPr sz="880" b="1"/>
            </a:lvl3pPr>
            <a:lvl4pPr marL="670850" indent="0">
              <a:buNone/>
              <a:defRPr sz="783" b="1"/>
            </a:lvl4pPr>
            <a:lvl5pPr marL="894466" indent="0">
              <a:buNone/>
              <a:defRPr sz="783" b="1"/>
            </a:lvl5pPr>
            <a:lvl6pPr marL="1118083" indent="0">
              <a:buNone/>
              <a:defRPr sz="783" b="1"/>
            </a:lvl6pPr>
            <a:lvl7pPr marL="1341699" indent="0">
              <a:buNone/>
              <a:defRPr sz="783" b="1"/>
            </a:lvl7pPr>
            <a:lvl8pPr marL="1565316" indent="0">
              <a:buNone/>
              <a:defRPr sz="783" b="1"/>
            </a:lvl8pPr>
            <a:lvl9pPr marL="1788932" indent="0">
              <a:buNone/>
              <a:defRPr sz="78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3944" y="3534939"/>
            <a:ext cx="1901177" cy="51993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854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515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806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031" y="645160"/>
            <a:ext cx="1442333" cy="2258060"/>
          </a:xfrm>
        </p:spPr>
        <p:txBody>
          <a:bodyPr anchor="b"/>
          <a:lstStyle>
            <a:lvl1pPr>
              <a:defRPr sz="15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177" y="1393369"/>
            <a:ext cx="2263944" cy="6877226"/>
          </a:xfrm>
        </p:spPr>
        <p:txBody>
          <a:bodyPr/>
          <a:lstStyle>
            <a:lvl1pPr>
              <a:defRPr sz="1565"/>
            </a:lvl1pPr>
            <a:lvl2pPr>
              <a:defRPr sz="1369"/>
            </a:lvl2pPr>
            <a:lvl3pPr>
              <a:defRPr sz="1174"/>
            </a:lvl3pPr>
            <a:lvl4pPr>
              <a:defRPr sz="978"/>
            </a:lvl4pPr>
            <a:lvl5pPr>
              <a:defRPr sz="978"/>
            </a:lvl5pPr>
            <a:lvl6pPr>
              <a:defRPr sz="978"/>
            </a:lvl6pPr>
            <a:lvl7pPr>
              <a:defRPr sz="978"/>
            </a:lvl7pPr>
            <a:lvl8pPr>
              <a:defRPr sz="978"/>
            </a:lvl8pPr>
            <a:lvl9pPr>
              <a:defRPr sz="97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8031" y="2903220"/>
            <a:ext cx="1442333" cy="5378574"/>
          </a:xfrm>
        </p:spPr>
        <p:txBody>
          <a:bodyPr/>
          <a:lstStyle>
            <a:lvl1pPr marL="0" indent="0">
              <a:buNone/>
              <a:defRPr sz="783"/>
            </a:lvl1pPr>
            <a:lvl2pPr marL="223617" indent="0">
              <a:buNone/>
              <a:defRPr sz="685"/>
            </a:lvl2pPr>
            <a:lvl3pPr marL="447233" indent="0">
              <a:buNone/>
              <a:defRPr sz="587"/>
            </a:lvl3pPr>
            <a:lvl4pPr marL="670850" indent="0">
              <a:buNone/>
              <a:defRPr sz="489"/>
            </a:lvl4pPr>
            <a:lvl5pPr marL="894466" indent="0">
              <a:buNone/>
              <a:defRPr sz="489"/>
            </a:lvl5pPr>
            <a:lvl6pPr marL="1118083" indent="0">
              <a:buNone/>
              <a:defRPr sz="489"/>
            </a:lvl6pPr>
            <a:lvl7pPr marL="1341699" indent="0">
              <a:buNone/>
              <a:defRPr sz="489"/>
            </a:lvl7pPr>
            <a:lvl8pPr marL="1565316" indent="0">
              <a:buNone/>
              <a:defRPr sz="489"/>
            </a:lvl8pPr>
            <a:lvl9pPr marL="1788932" indent="0">
              <a:buNone/>
              <a:defRPr sz="4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196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031" y="645160"/>
            <a:ext cx="1442333" cy="2258060"/>
          </a:xfrm>
        </p:spPr>
        <p:txBody>
          <a:bodyPr anchor="b"/>
          <a:lstStyle>
            <a:lvl1pPr>
              <a:defRPr sz="15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01177" y="1393369"/>
            <a:ext cx="2263944" cy="6877226"/>
          </a:xfrm>
        </p:spPr>
        <p:txBody>
          <a:bodyPr anchor="t"/>
          <a:lstStyle>
            <a:lvl1pPr marL="0" indent="0">
              <a:buNone/>
              <a:defRPr sz="1565"/>
            </a:lvl1pPr>
            <a:lvl2pPr marL="223617" indent="0">
              <a:buNone/>
              <a:defRPr sz="1369"/>
            </a:lvl2pPr>
            <a:lvl3pPr marL="447233" indent="0">
              <a:buNone/>
              <a:defRPr sz="1174"/>
            </a:lvl3pPr>
            <a:lvl4pPr marL="670850" indent="0">
              <a:buNone/>
              <a:defRPr sz="978"/>
            </a:lvl4pPr>
            <a:lvl5pPr marL="894466" indent="0">
              <a:buNone/>
              <a:defRPr sz="978"/>
            </a:lvl5pPr>
            <a:lvl6pPr marL="1118083" indent="0">
              <a:buNone/>
              <a:defRPr sz="978"/>
            </a:lvl6pPr>
            <a:lvl7pPr marL="1341699" indent="0">
              <a:buNone/>
              <a:defRPr sz="978"/>
            </a:lvl7pPr>
            <a:lvl8pPr marL="1565316" indent="0">
              <a:buNone/>
              <a:defRPr sz="978"/>
            </a:lvl8pPr>
            <a:lvl9pPr marL="1788932" indent="0">
              <a:buNone/>
              <a:defRPr sz="97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8031" y="2903220"/>
            <a:ext cx="1442333" cy="5378574"/>
          </a:xfrm>
        </p:spPr>
        <p:txBody>
          <a:bodyPr/>
          <a:lstStyle>
            <a:lvl1pPr marL="0" indent="0">
              <a:buNone/>
              <a:defRPr sz="783"/>
            </a:lvl1pPr>
            <a:lvl2pPr marL="223617" indent="0">
              <a:buNone/>
              <a:defRPr sz="685"/>
            </a:lvl2pPr>
            <a:lvl3pPr marL="447233" indent="0">
              <a:buNone/>
              <a:defRPr sz="587"/>
            </a:lvl3pPr>
            <a:lvl4pPr marL="670850" indent="0">
              <a:buNone/>
              <a:defRPr sz="489"/>
            </a:lvl4pPr>
            <a:lvl5pPr marL="894466" indent="0">
              <a:buNone/>
              <a:defRPr sz="489"/>
            </a:lvl5pPr>
            <a:lvl6pPr marL="1118083" indent="0">
              <a:buNone/>
              <a:defRPr sz="489"/>
            </a:lvl6pPr>
            <a:lvl7pPr marL="1341699" indent="0">
              <a:buNone/>
              <a:defRPr sz="489"/>
            </a:lvl7pPr>
            <a:lvl8pPr marL="1565316" indent="0">
              <a:buNone/>
              <a:defRPr sz="489"/>
            </a:lvl8pPr>
            <a:lvl9pPr marL="1788932" indent="0">
              <a:buNone/>
              <a:defRPr sz="4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0771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62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00267" y="515232"/>
            <a:ext cx="964272" cy="820114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7450" y="515232"/>
            <a:ext cx="2836917" cy="820114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7517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7449" y="515234"/>
            <a:ext cx="3857090" cy="1870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449" y="2576160"/>
            <a:ext cx="3857090" cy="614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7449" y="8969518"/>
            <a:ext cx="1006197" cy="51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3B1FC-906E-482A-A081-96568E22898E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81346" y="8969518"/>
            <a:ext cx="1509296" cy="51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58342" y="8969518"/>
            <a:ext cx="1006197" cy="51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3A154-EDE7-49DE-B188-048B97B4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193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47233" rtl="0" eaLnBrk="1" latinLnBrk="0" hangingPunct="1">
        <a:lnSpc>
          <a:spcPct val="90000"/>
        </a:lnSpc>
        <a:spcBef>
          <a:spcPct val="0"/>
        </a:spcBef>
        <a:buNone/>
        <a:defRPr kumimoji="1" sz="21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808" indent="-111808" algn="l" defTabSz="447233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kumimoji="1" sz="1369" kern="1200">
          <a:solidFill>
            <a:schemeClr val="tx1"/>
          </a:solidFill>
          <a:latin typeface="+mn-lt"/>
          <a:ea typeface="+mn-ea"/>
          <a:cs typeface="+mn-cs"/>
        </a:defRPr>
      </a:lvl1pPr>
      <a:lvl2pPr marL="335425" indent="-111808" algn="l" defTabSz="447233" rtl="0" eaLnBrk="1" latinLnBrk="0" hangingPunct="1">
        <a:lnSpc>
          <a:spcPct val="90000"/>
        </a:lnSpc>
        <a:spcBef>
          <a:spcPts val="245"/>
        </a:spcBef>
        <a:buFont typeface="Arial" panose="020B0604020202020204" pitchFamily="34" charset="0"/>
        <a:buChar char="•"/>
        <a:defRPr kumimoji="1" sz="1174" kern="1200">
          <a:solidFill>
            <a:schemeClr val="tx1"/>
          </a:solidFill>
          <a:latin typeface="+mn-lt"/>
          <a:ea typeface="+mn-ea"/>
          <a:cs typeface="+mn-cs"/>
        </a:defRPr>
      </a:lvl2pPr>
      <a:lvl3pPr marL="559041" indent="-111808" algn="l" defTabSz="447233" rtl="0" eaLnBrk="1" latinLnBrk="0" hangingPunct="1">
        <a:lnSpc>
          <a:spcPct val="90000"/>
        </a:lnSpc>
        <a:spcBef>
          <a:spcPts val="245"/>
        </a:spcBef>
        <a:buFont typeface="Arial" panose="020B0604020202020204" pitchFamily="34" charset="0"/>
        <a:buChar char="•"/>
        <a:defRPr kumimoji="1" sz="978" kern="1200">
          <a:solidFill>
            <a:schemeClr val="tx1"/>
          </a:solidFill>
          <a:latin typeface="+mn-lt"/>
          <a:ea typeface="+mn-ea"/>
          <a:cs typeface="+mn-cs"/>
        </a:defRPr>
      </a:lvl3pPr>
      <a:lvl4pPr marL="782658" indent="-111808" algn="l" defTabSz="447233" rtl="0" eaLnBrk="1" latinLnBrk="0" hangingPunct="1">
        <a:lnSpc>
          <a:spcPct val="90000"/>
        </a:lnSpc>
        <a:spcBef>
          <a:spcPts val="245"/>
        </a:spcBef>
        <a:buFont typeface="Arial" panose="020B0604020202020204" pitchFamily="34" charset="0"/>
        <a:buChar char="•"/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4pPr>
      <a:lvl5pPr marL="1006274" indent="-111808" algn="l" defTabSz="447233" rtl="0" eaLnBrk="1" latinLnBrk="0" hangingPunct="1">
        <a:lnSpc>
          <a:spcPct val="90000"/>
        </a:lnSpc>
        <a:spcBef>
          <a:spcPts val="245"/>
        </a:spcBef>
        <a:buFont typeface="Arial" panose="020B0604020202020204" pitchFamily="34" charset="0"/>
        <a:buChar char="•"/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5pPr>
      <a:lvl6pPr marL="1229891" indent="-111808" algn="l" defTabSz="447233" rtl="0" eaLnBrk="1" latinLnBrk="0" hangingPunct="1">
        <a:lnSpc>
          <a:spcPct val="90000"/>
        </a:lnSpc>
        <a:spcBef>
          <a:spcPts val="245"/>
        </a:spcBef>
        <a:buFont typeface="Arial" panose="020B0604020202020204" pitchFamily="34" charset="0"/>
        <a:buChar char="•"/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6pPr>
      <a:lvl7pPr marL="1453507" indent="-111808" algn="l" defTabSz="447233" rtl="0" eaLnBrk="1" latinLnBrk="0" hangingPunct="1">
        <a:lnSpc>
          <a:spcPct val="90000"/>
        </a:lnSpc>
        <a:spcBef>
          <a:spcPts val="245"/>
        </a:spcBef>
        <a:buFont typeface="Arial" panose="020B0604020202020204" pitchFamily="34" charset="0"/>
        <a:buChar char="•"/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7pPr>
      <a:lvl8pPr marL="1677124" indent="-111808" algn="l" defTabSz="447233" rtl="0" eaLnBrk="1" latinLnBrk="0" hangingPunct="1">
        <a:lnSpc>
          <a:spcPct val="90000"/>
        </a:lnSpc>
        <a:spcBef>
          <a:spcPts val="245"/>
        </a:spcBef>
        <a:buFont typeface="Arial" panose="020B0604020202020204" pitchFamily="34" charset="0"/>
        <a:buChar char="•"/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8pPr>
      <a:lvl9pPr marL="1900740" indent="-111808" algn="l" defTabSz="447233" rtl="0" eaLnBrk="1" latinLnBrk="0" hangingPunct="1">
        <a:lnSpc>
          <a:spcPct val="90000"/>
        </a:lnSpc>
        <a:spcBef>
          <a:spcPts val="245"/>
        </a:spcBef>
        <a:buFont typeface="Arial" panose="020B0604020202020204" pitchFamily="34" charset="0"/>
        <a:buChar char="•"/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7233" rtl="0" eaLnBrk="1" latinLnBrk="0" hangingPunct="1"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1pPr>
      <a:lvl2pPr marL="223617" algn="l" defTabSz="447233" rtl="0" eaLnBrk="1" latinLnBrk="0" hangingPunct="1"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2pPr>
      <a:lvl3pPr marL="447233" algn="l" defTabSz="447233" rtl="0" eaLnBrk="1" latinLnBrk="0" hangingPunct="1"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3pPr>
      <a:lvl4pPr marL="670850" algn="l" defTabSz="447233" rtl="0" eaLnBrk="1" latinLnBrk="0" hangingPunct="1"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4pPr>
      <a:lvl5pPr marL="894466" algn="l" defTabSz="447233" rtl="0" eaLnBrk="1" latinLnBrk="0" hangingPunct="1"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5pPr>
      <a:lvl6pPr marL="1118083" algn="l" defTabSz="447233" rtl="0" eaLnBrk="1" latinLnBrk="0" hangingPunct="1"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6pPr>
      <a:lvl7pPr marL="1341699" algn="l" defTabSz="447233" rtl="0" eaLnBrk="1" latinLnBrk="0" hangingPunct="1"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7pPr>
      <a:lvl8pPr marL="1565316" algn="l" defTabSz="447233" rtl="0" eaLnBrk="1" latinLnBrk="0" hangingPunct="1"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8pPr>
      <a:lvl9pPr marL="1788932" algn="l" defTabSz="447233" rtl="0" eaLnBrk="1" latinLnBrk="0" hangingPunct="1">
        <a:defRPr kumimoji="1" sz="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0E08FE3-DB87-5BB1-8757-E22ADCE6A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" y="0"/>
            <a:ext cx="4471477" cy="9677400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6D7BB94-4329-6E6F-03DA-5283552D87E9}"/>
              </a:ext>
            </a:extLst>
          </p:cNvPr>
          <p:cNvSpPr/>
          <p:nvPr/>
        </p:nvSpPr>
        <p:spPr>
          <a:xfrm>
            <a:off x="164844" y="1570633"/>
            <a:ext cx="4141788" cy="982068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3C08BDC-46ED-BB11-AE36-9798A7BD3246}"/>
              </a:ext>
            </a:extLst>
          </p:cNvPr>
          <p:cNvSpPr/>
          <p:nvPr/>
        </p:nvSpPr>
        <p:spPr>
          <a:xfrm>
            <a:off x="165100" y="1570633"/>
            <a:ext cx="4141788" cy="8868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70B7D5F-857D-9D3D-0FD8-B7B090B511F4}"/>
              </a:ext>
            </a:extLst>
          </p:cNvPr>
          <p:cNvSpPr/>
          <p:nvPr/>
        </p:nvSpPr>
        <p:spPr>
          <a:xfrm>
            <a:off x="165100" y="2225040"/>
            <a:ext cx="4141788" cy="3276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4CED6CC-124F-BB58-E2DF-A9DA1889B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29841"/>
            <a:ext cx="4471988" cy="1168400"/>
          </a:xfrm>
        </p:spPr>
        <p:txBody>
          <a:bodyPr>
            <a:normAutofit/>
          </a:bodyPr>
          <a:lstStyle/>
          <a:p>
            <a:r>
              <a:rPr kumimoji="1" lang="ja-JP" altLang="en-US" sz="60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暗記の</a:t>
            </a:r>
            <a:r>
              <a:rPr kumimoji="1" lang="ja-JP" altLang="en-US" sz="6600" spc="-300">
                <a:solidFill>
                  <a:schemeClr val="accent6">
                    <a:lumMod val="75000"/>
                  </a:schemeClr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アニキ</a:t>
            </a:r>
            <a:endParaRPr kumimoji="1" lang="ja-JP" altLang="en-US" sz="6000" spc="-300">
              <a:solidFill>
                <a:schemeClr val="accent6">
                  <a:lumMod val="75000"/>
                </a:schemeClr>
              </a:solidFill>
              <a:latin typeface="コーポレート・ロゴ ver3 Bold" panose="02000600000000000000" pitchFamily="50" charset="-128"/>
              <a:ea typeface="コーポレート・ロゴ ver3 Bold" panose="020006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4AF5495-79DA-2368-B748-85272AC462E7}"/>
              </a:ext>
            </a:extLst>
          </p:cNvPr>
          <p:cNvSpPr/>
          <p:nvPr/>
        </p:nvSpPr>
        <p:spPr>
          <a:xfrm>
            <a:off x="643731" y="928919"/>
            <a:ext cx="3184526" cy="546462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8857054-A36C-78ED-41B4-C41349FCECBA}"/>
              </a:ext>
            </a:extLst>
          </p:cNvPr>
          <p:cNvSpPr/>
          <p:nvPr/>
        </p:nvSpPr>
        <p:spPr>
          <a:xfrm>
            <a:off x="643731" y="927099"/>
            <a:ext cx="3184526" cy="548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D76428E1-3F2E-27D5-2468-C69BF3BAE368}"/>
              </a:ext>
            </a:extLst>
          </p:cNvPr>
          <p:cNvSpPr txBox="1">
            <a:spLocks/>
          </p:cNvSpPr>
          <p:nvPr/>
        </p:nvSpPr>
        <p:spPr>
          <a:xfrm>
            <a:off x="448055" y="523786"/>
            <a:ext cx="3575873" cy="10731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4723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spc="-15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Aniki</a:t>
            </a:r>
            <a:r>
              <a:rPr lang="en-US" altLang="ja-JP" sz="28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 </a:t>
            </a:r>
            <a:r>
              <a:rPr lang="en-US" altLang="ja-JP" sz="4000" spc="3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d</a:t>
            </a:r>
            <a:r>
              <a:rPr lang="en-US" altLang="ja-JP" sz="4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Anki</a:t>
            </a:r>
            <a:endParaRPr lang="ja-JP" altLang="en-US" sz="4000">
              <a:solidFill>
                <a:srgbClr val="63A83C"/>
              </a:solidFill>
              <a:latin typeface="コーポレート・ロゴ ver3 Bold" panose="02000600000000000000" pitchFamily="50" charset="-128"/>
              <a:ea typeface="コーポレート・ロゴ ver3 Bold" panose="020006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784B33E-B537-F709-44DB-3B3518A8E5C5}"/>
              </a:ext>
            </a:extLst>
          </p:cNvPr>
          <p:cNvSpPr txBox="1"/>
          <p:nvPr/>
        </p:nvSpPr>
        <p:spPr>
          <a:xfrm>
            <a:off x="2308763" y="849159"/>
            <a:ext cx="2413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kern="1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’</a:t>
            </a:r>
            <a:endParaRPr lang="ja-JP" altLang="en-US"/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A42D84A7-79A3-43BE-64BD-E9C03FB4A39D}"/>
              </a:ext>
            </a:extLst>
          </p:cNvPr>
          <p:cNvGrpSpPr/>
          <p:nvPr/>
        </p:nvGrpSpPr>
        <p:grpSpPr>
          <a:xfrm>
            <a:off x="155662" y="6856550"/>
            <a:ext cx="4150969" cy="595810"/>
            <a:chOff x="155662" y="6856550"/>
            <a:chExt cx="4150969" cy="595810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5581E835-BA1D-BCD8-3F20-22EBC4C1287C}"/>
                </a:ext>
              </a:extLst>
            </p:cNvPr>
            <p:cNvSpPr/>
            <p:nvPr/>
          </p:nvSpPr>
          <p:spPr>
            <a:xfrm>
              <a:off x="155663" y="6914921"/>
              <a:ext cx="4141788" cy="531089"/>
            </a:xfrm>
            <a:prstGeom prst="rect">
              <a:avLst/>
            </a:prstGeom>
            <a:ln>
              <a:noFill/>
            </a:ln>
            <a:effectLst>
              <a:outerShdw blurRad="127000" dist="50800" dir="2700000" algn="tl" rotWithShape="0">
                <a:prstClr val="black">
                  <a:alpha val="3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10990CCD-FB1A-284F-80B0-C8B2B06A889F}"/>
                </a:ext>
              </a:extLst>
            </p:cNvPr>
            <p:cNvSpPr/>
            <p:nvPr/>
          </p:nvSpPr>
          <p:spPr>
            <a:xfrm>
              <a:off x="155919" y="6914921"/>
              <a:ext cx="4141788" cy="5310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5580FF4E-3A36-0FC5-8EDA-F5515C4A43A0}"/>
                </a:ext>
              </a:extLst>
            </p:cNvPr>
            <p:cNvSpPr/>
            <p:nvPr/>
          </p:nvSpPr>
          <p:spPr>
            <a:xfrm>
              <a:off x="155663" y="7288531"/>
              <a:ext cx="4141788" cy="15747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タイトル 1">
              <a:extLst>
                <a:ext uri="{FF2B5EF4-FFF2-40B4-BE49-F238E27FC236}">
                  <a16:creationId xmlns:a16="http://schemas.microsoft.com/office/drawing/2014/main" id="{75DCEA62-FB34-6D36-DD08-E1881E152992}"/>
                </a:ext>
              </a:extLst>
            </p:cNvPr>
            <p:cNvSpPr txBox="1">
              <a:spLocks/>
            </p:cNvSpPr>
            <p:nvPr/>
          </p:nvSpPr>
          <p:spPr>
            <a:xfrm>
              <a:off x="155662" y="6856550"/>
              <a:ext cx="4150969" cy="5958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44723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sz="293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ja-JP" altLang="en-US" sz="2800">
                  <a:solidFill>
                    <a:srgbClr val="548235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・独自アルゴリズム</a:t>
              </a:r>
              <a:r>
                <a:rPr lang="ja-JP" altLang="en-US" sz="2400">
                  <a:solidFill>
                    <a:srgbClr val="63A83C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復習提案</a:t>
              </a:r>
              <a:endParaRPr lang="ja-JP" altLang="en-US" sz="2800" spc="-3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endParaRPr>
            </a:p>
          </p:txBody>
        </p: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F5B47788-103D-272F-1205-48C627F10601}"/>
              </a:ext>
            </a:extLst>
          </p:cNvPr>
          <p:cNvGrpSpPr/>
          <p:nvPr/>
        </p:nvGrpSpPr>
        <p:grpSpPr>
          <a:xfrm>
            <a:off x="155662" y="7504381"/>
            <a:ext cx="4297197" cy="595810"/>
            <a:chOff x="155662" y="6856550"/>
            <a:chExt cx="4297197" cy="595810"/>
          </a:xfrm>
        </p:grpSpPr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FE8A2F23-7569-1A1D-B4B0-DC889A2FC5CC}"/>
                </a:ext>
              </a:extLst>
            </p:cNvPr>
            <p:cNvSpPr/>
            <p:nvPr/>
          </p:nvSpPr>
          <p:spPr>
            <a:xfrm>
              <a:off x="155663" y="6914921"/>
              <a:ext cx="4141788" cy="531089"/>
            </a:xfrm>
            <a:prstGeom prst="rect">
              <a:avLst/>
            </a:prstGeom>
            <a:ln>
              <a:noFill/>
            </a:ln>
            <a:effectLst>
              <a:outerShdw blurRad="127000" dist="50800" dir="2700000" algn="tl" rotWithShape="0">
                <a:prstClr val="black">
                  <a:alpha val="3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5F659B10-9A11-175B-A396-178AE0F04E36}"/>
                </a:ext>
              </a:extLst>
            </p:cNvPr>
            <p:cNvSpPr/>
            <p:nvPr/>
          </p:nvSpPr>
          <p:spPr>
            <a:xfrm>
              <a:off x="155919" y="6914921"/>
              <a:ext cx="4141788" cy="5310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7982230C-4980-950E-C8C9-37A055EAA776}"/>
                </a:ext>
              </a:extLst>
            </p:cNvPr>
            <p:cNvSpPr/>
            <p:nvPr/>
          </p:nvSpPr>
          <p:spPr>
            <a:xfrm>
              <a:off x="155663" y="7288531"/>
              <a:ext cx="4141788" cy="15747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タイトル 1">
              <a:extLst>
                <a:ext uri="{FF2B5EF4-FFF2-40B4-BE49-F238E27FC236}">
                  <a16:creationId xmlns:a16="http://schemas.microsoft.com/office/drawing/2014/main" id="{C5DCBE7B-89E7-5A94-D01D-693C82E1CC40}"/>
                </a:ext>
              </a:extLst>
            </p:cNvPr>
            <p:cNvSpPr txBox="1">
              <a:spLocks/>
            </p:cNvSpPr>
            <p:nvPr/>
          </p:nvSpPr>
          <p:spPr>
            <a:xfrm>
              <a:off x="155662" y="6856550"/>
              <a:ext cx="4297197" cy="5958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44723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sz="293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ja-JP" altLang="en-US" sz="2800">
                  <a:solidFill>
                    <a:srgbClr val="548235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・</a:t>
              </a:r>
              <a:r>
                <a:rPr lang="ja-JP" altLang="en-US" sz="2400">
                  <a:solidFill>
                    <a:srgbClr val="63A83C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長時間作業向け</a:t>
              </a:r>
              <a:r>
                <a:rPr lang="ja-JP" altLang="en-US" sz="2800">
                  <a:solidFill>
                    <a:srgbClr val="548235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サクサク</a:t>
              </a:r>
              <a:r>
                <a:rPr lang="en-US" altLang="ja-JP" sz="2800">
                  <a:solidFill>
                    <a:srgbClr val="548235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UI</a:t>
              </a:r>
              <a:endParaRPr lang="ja-JP" altLang="en-US" sz="2800" spc="-30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endParaRPr>
            </a:p>
          </p:txBody>
        </p: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86137EAE-2D5A-800C-55A4-3EB44F41F48E}"/>
              </a:ext>
            </a:extLst>
          </p:cNvPr>
          <p:cNvGrpSpPr/>
          <p:nvPr/>
        </p:nvGrpSpPr>
        <p:grpSpPr>
          <a:xfrm>
            <a:off x="151072" y="8169546"/>
            <a:ext cx="4150969" cy="595810"/>
            <a:chOff x="155662" y="6856550"/>
            <a:chExt cx="4150969" cy="595810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CBBEC580-F7DC-2712-BBF1-16557714A5B3}"/>
                </a:ext>
              </a:extLst>
            </p:cNvPr>
            <p:cNvSpPr/>
            <p:nvPr/>
          </p:nvSpPr>
          <p:spPr>
            <a:xfrm>
              <a:off x="155663" y="6914921"/>
              <a:ext cx="4141788" cy="531089"/>
            </a:xfrm>
            <a:prstGeom prst="rect">
              <a:avLst/>
            </a:prstGeom>
            <a:ln>
              <a:noFill/>
            </a:ln>
            <a:effectLst>
              <a:outerShdw blurRad="127000" dist="50800" dir="2700000" algn="tl" rotWithShape="0">
                <a:prstClr val="black">
                  <a:alpha val="3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A59015E1-7DE9-41D8-6E24-308A7C2EDD8E}"/>
                </a:ext>
              </a:extLst>
            </p:cNvPr>
            <p:cNvSpPr/>
            <p:nvPr/>
          </p:nvSpPr>
          <p:spPr>
            <a:xfrm>
              <a:off x="155919" y="6914921"/>
              <a:ext cx="4141788" cy="5310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4ECA0D08-0040-A720-546F-B2A95C9D7761}"/>
                </a:ext>
              </a:extLst>
            </p:cNvPr>
            <p:cNvSpPr/>
            <p:nvPr/>
          </p:nvSpPr>
          <p:spPr>
            <a:xfrm>
              <a:off x="155663" y="7288531"/>
              <a:ext cx="4141788" cy="15747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タイトル 1">
              <a:extLst>
                <a:ext uri="{FF2B5EF4-FFF2-40B4-BE49-F238E27FC236}">
                  <a16:creationId xmlns:a16="http://schemas.microsoft.com/office/drawing/2014/main" id="{81CE6511-B62B-3717-6D5F-52C446C0D16C}"/>
                </a:ext>
              </a:extLst>
            </p:cNvPr>
            <p:cNvSpPr txBox="1">
              <a:spLocks/>
            </p:cNvSpPr>
            <p:nvPr/>
          </p:nvSpPr>
          <p:spPr>
            <a:xfrm>
              <a:off x="155662" y="6856550"/>
              <a:ext cx="4150969" cy="5958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44723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sz="293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ja-JP" altLang="en-US" sz="2800">
                  <a:solidFill>
                    <a:srgbClr val="548235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・</a:t>
              </a:r>
              <a:r>
                <a:rPr lang="ja-JP" altLang="en-US" sz="2400">
                  <a:solidFill>
                    <a:srgbClr val="63A83C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自作カード</a:t>
              </a:r>
              <a:r>
                <a:rPr lang="ja-JP" altLang="en-US" sz="2800">
                  <a:solidFill>
                    <a:srgbClr val="548235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共有機能</a:t>
              </a:r>
              <a:endParaRPr lang="ja-JP" altLang="en-US" sz="2800" spc="-30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3864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B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416BB-A004-7ED9-768B-3AC31129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1A60A2F-7FCA-85F9-5BB3-DC9FAA3C093B}"/>
              </a:ext>
            </a:extLst>
          </p:cNvPr>
          <p:cNvSpPr/>
          <p:nvPr/>
        </p:nvSpPr>
        <p:spPr>
          <a:xfrm>
            <a:off x="292036" y="2069742"/>
            <a:ext cx="3887915" cy="7543800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BA9AAA3-8C45-7E7C-9EFB-E7176ABD435E}"/>
              </a:ext>
            </a:extLst>
          </p:cNvPr>
          <p:cNvSpPr/>
          <p:nvPr/>
        </p:nvSpPr>
        <p:spPr>
          <a:xfrm>
            <a:off x="292037" y="2070100"/>
            <a:ext cx="3898963" cy="7543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B8ECF0B-EB10-FF3C-E7F6-D4B9B7B88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9" b="3695"/>
          <a:stretch>
            <a:fillRect/>
          </a:stretch>
        </p:blipFill>
        <p:spPr>
          <a:xfrm>
            <a:off x="368237" y="2167350"/>
            <a:ext cx="3735513" cy="7348942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4E600CF-60FF-66ED-FA20-C3370B7D9633}"/>
              </a:ext>
            </a:extLst>
          </p:cNvPr>
          <p:cNvSpPr/>
          <p:nvPr/>
        </p:nvSpPr>
        <p:spPr>
          <a:xfrm>
            <a:off x="160509" y="1333271"/>
            <a:ext cx="4141788" cy="531089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FFA6E14-C154-4C5D-5647-93A987344BC9}"/>
              </a:ext>
            </a:extLst>
          </p:cNvPr>
          <p:cNvSpPr/>
          <p:nvPr/>
        </p:nvSpPr>
        <p:spPr>
          <a:xfrm>
            <a:off x="160765" y="1333271"/>
            <a:ext cx="4141788" cy="5310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タイトル 1">
            <a:extLst>
              <a:ext uri="{FF2B5EF4-FFF2-40B4-BE49-F238E27FC236}">
                <a16:creationId xmlns:a16="http://schemas.microsoft.com/office/drawing/2014/main" id="{0B2AEEEB-F7DF-37DF-A58C-9ECAE5ED276C}"/>
              </a:ext>
            </a:extLst>
          </p:cNvPr>
          <p:cNvSpPr txBox="1">
            <a:spLocks/>
          </p:cNvSpPr>
          <p:nvPr/>
        </p:nvSpPr>
        <p:spPr>
          <a:xfrm>
            <a:off x="160508" y="1274900"/>
            <a:ext cx="4150969" cy="5958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4723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全箇所</a:t>
            </a:r>
            <a:r>
              <a:rPr lang="en-US" altLang="ja-JP" sz="280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4</a:t>
            </a:r>
            <a:r>
              <a:rPr lang="ja-JP" altLang="en-US" sz="280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言語</a:t>
            </a:r>
            <a:r>
              <a:rPr lang="ja-JP" altLang="en-US" sz="2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対応</a:t>
            </a:r>
            <a:endParaRPr lang="ja-JP" altLang="en-US" sz="2800" spc="-300">
              <a:solidFill>
                <a:srgbClr val="63A83C"/>
              </a:solidFill>
              <a:latin typeface="コーポレート・ロゴ ver3 Bold" panose="02000600000000000000" pitchFamily="50" charset="-128"/>
              <a:ea typeface="コーポレート・ロゴ ver3 Bold" panose="020006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07FCFF4-12B9-D213-B525-3B9483C549F1}"/>
              </a:ext>
            </a:extLst>
          </p:cNvPr>
          <p:cNvSpPr/>
          <p:nvPr/>
        </p:nvSpPr>
        <p:spPr>
          <a:xfrm>
            <a:off x="164844" y="148233"/>
            <a:ext cx="4141788" cy="982068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06168B8-45B0-3E2F-33C0-5AC424BDAD98}"/>
              </a:ext>
            </a:extLst>
          </p:cNvPr>
          <p:cNvSpPr/>
          <p:nvPr/>
        </p:nvSpPr>
        <p:spPr>
          <a:xfrm>
            <a:off x="165100" y="148233"/>
            <a:ext cx="4141788" cy="8868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B167D118-5C1B-ADC5-BBC5-B8AD14C275C3}"/>
              </a:ext>
            </a:extLst>
          </p:cNvPr>
          <p:cNvSpPr/>
          <p:nvPr/>
        </p:nvSpPr>
        <p:spPr>
          <a:xfrm>
            <a:off x="165100" y="802640"/>
            <a:ext cx="4141788" cy="3276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タイトル 1">
            <a:extLst>
              <a:ext uri="{FF2B5EF4-FFF2-40B4-BE49-F238E27FC236}">
                <a16:creationId xmlns:a16="http://schemas.microsoft.com/office/drawing/2014/main" id="{9A88DDAB-5531-AF98-ED2A-62A7BFEED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441"/>
            <a:ext cx="4471988" cy="1168400"/>
          </a:xfrm>
        </p:spPr>
        <p:txBody>
          <a:bodyPr>
            <a:normAutofit/>
          </a:bodyPr>
          <a:lstStyle/>
          <a:p>
            <a:r>
              <a:rPr kumimoji="1" lang="ja-JP" altLang="en-US" sz="60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ホームタブ</a:t>
            </a:r>
            <a:endParaRPr kumimoji="1" lang="ja-JP" altLang="en-US" sz="6000" spc="-300">
              <a:solidFill>
                <a:schemeClr val="accent6">
                  <a:lumMod val="75000"/>
                </a:schemeClr>
              </a:solidFill>
              <a:latin typeface="コーポレート・ロゴ ver3 Bold" panose="02000600000000000000" pitchFamily="50" charset="-128"/>
              <a:ea typeface="コーポレート・ロゴ ver3 Bold" panose="020006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3CE8476-60A4-9B27-20B3-96D76C028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2" b="3569"/>
          <a:stretch>
            <a:fillRect/>
          </a:stretch>
        </p:blipFill>
        <p:spPr>
          <a:xfrm>
            <a:off x="363537" y="2167350"/>
            <a:ext cx="3731714" cy="7348942"/>
          </a:xfrm>
          <a:prstGeom prst="rect">
            <a:avLst/>
          </a:prstGeom>
        </p:spPr>
      </p:pic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BB1023A-F9E2-0705-4D47-B06399C60BAD}"/>
              </a:ext>
            </a:extLst>
          </p:cNvPr>
          <p:cNvCxnSpPr/>
          <p:nvPr/>
        </p:nvCxnSpPr>
        <p:spPr>
          <a:xfrm>
            <a:off x="325437" y="2371959"/>
            <a:ext cx="3805367" cy="3909178"/>
          </a:xfrm>
          <a:prstGeom prst="line">
            <a:avLst/>
          </a:prstGeom>
          <a:ln w="76200"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ED4A406-BBC6-5D6E-C000-CBB5F3D20DF5}"/>
              </a:ext>
            </a:extLst>
          </p:cNvPr>
          <p:cNvSpPr/>
          <p:nvPr/>
        </p:nvSpPr>
        <p:spPr>
          <a:xfrm>
            <a:off x="3124200" y="8388350"/>
            <a:ext cx="368300" cy="273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BEB301B-E7C4-7437-9D01-E1875399A5C1}"/>
              </a:ext>
            </a:extLst>
          </p:cNvPr>
          <p:cNvCxnSpPr/>
          <p:nvPr/>
        </p:nvCxnSpPr>
        <p:spPr>
          <a:xfrm>
            <a:off x="325437" y="5525550"/>
            <a:ext cx="3805367" cy="3909178"/>
          </a:xfrm>
          <a:prstGeom prst="line">
            <a:avLst/>
          </a:prstGeom>
          <a:ln w="76200"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2AB40413-0711-AECB-9A30-0AA087673E7E}"/>
              </a:ext>
            </a:extLst>
          </p:cNvPr>
          <p:cNvGrpSpPr/>
          <p:nvPr/>
        </p:nvGrpSpPr>
        <p:grpSpPr>
          <a:xfrm rot="2701364">
            <a:off x="2203789" y="4468206"/>
            <a:ext cx="1979380" cy="595810"/>
            <a:chOff x="2245021" y="4487256"/>
            <a:chExt cx="1979380" cy="595810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222D368E-7282-E045-67AF-E5318C36A76D}"/>
                </a:ext>
              </a:extLst>
            </p:cNvPr>
            <p:cNvSpPr/>
            <p:nvPr/>
          </p:nvSpPr>
          <p:spPr>
            <a:xfrm>
              <a:off x="2245021" y="4545627"/>
              <a:ext cx="1975002" cy="531089"/>
            </a:xfrm>
            <a:prstGeom prst="rect">
              <a:avLst/>
            </a:prstGeom>
            <a:ln>
              <a:noFill/>
            </a:ln>
            <a:effectLst>
              <a:outerShdw blurRad="127000" dist="50800" dir="2700000" algn="tl" rotWithShape="0">
                <a:prstClr val="black">
                  <a:alpha val="3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7F8A4723-A955-1449-9555-1AC616305BEA}"/>
                </a:ext>
              </a:extLst>
            </p:cNvPr>
            <p:cNvSpPr/>
            <p:nvPr/>
          </p:nvSpPr>
          <p:spPr>
            <a:xfrm>
              <a:off x="2245277" y="4545627"/>
              <a:ext cx="1975002" cy="5310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タイトル 1">
              <a:extLst>
                <a:ext uri="{FF2B5EF4-FFF2-40B4-BE49-F238E27FC236}">
                  <a16:creationId xmlns:a16="http://schemas.microsoft.com/office/drawing/2014/main" id="{E1A81CE7-19A8-985B-B9E5-0A17EE2B4370}"/>
                </a:ext>
              </a:extLst>
            </p:cNvPr>
            <p:cNvSpPr txBox="1">
              <a:spLocks/>
            </p:cNvSpPr>
            <p:nvPr/>
          </p:nvSpPr>
          <p:spPr>
            <a:xfrm>
              <a:off x="2245021" y="4487256"/>
              <a:ext cx="1979380" cy="5958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44723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sz="293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ja-JP" altLang="en-US" sz="2400">
                  <a:solidFill>
                    <a:srgbClr val="63A83C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フィンランド語</a:t>
              </a:r>
              <a:endParaRPr lang="ja-JP" altLang="en-US" sz="2800" spc="-3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endParaRPr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BD0C5558-7A6F-C993-C053-822CB1ADEC76}"/>
              </a:ext>
            </a:extLst>
          </p:cNvPr>
          <p:cNvGrpSpPr/>
          <p:nvPr/>
        </p:nvGrpSpPr>
        <p:grpSpPr>
          <a:xfrm rot="2701364">
            <a:off x="2558302" y="5621273"/>
            <a:ext cx="1500095" cy="595810"/>
            <a:chOff x="2245021" y="4487256"/>
            <a:chExt cx="1979380" cy="595810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38F2AE68-1C0C-5FD3-06EA-EE6836D66E69}"/>
                </a:ext>
              </a:extLst>
            </p:cNvPr>
            <p:cNvSpPr/>
            <p:nvPr/>
          </p:nvSpPr>
          <p:spPr>
            <a:xfrm>
              <a:off x="2245021" y="4545627"/>
              <a:ext cx="1975002" cy="531089"/>
            </a:xfrm>
            <a:prstGeom prst="rect">
              <a:avLst/>
            </a:prstGeom>
            <a:ln>
              <a:noFill/>
            </a:ln>
            <a:effectLst>
              <a:outerShdw blurRad="127000" dist="50800" dir="2700000" algn="tl" rotWithShape="0">
                <a:prstClr val="black">
                  <a:alpha val="3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501609DE-FE8E-F486-556B-DD9A952FA492}"/>
                </a:ext>
              </a:extLst>
            </p:cNvPr>
            <p:cNvSpPr/>
            <p:nvPr/>
          </p:nvSpPr>
          <p:spPr>
            <a:xfrm>
              <a:off x="2245277" y="4545627"/>
              <a:ext cx="1975002" cy="5310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タイトル 1">
              <a:extLst>
                <a:ext uri="{FF2B5EF4-FFF2-40B4-BE49-F238E27FC236}">
                  <a16:creationId xmlns:a16="http://schemas.microsoft.com/office/drawing/2014/main" id="{7E763F3D-ED10-A99E-A587-42DA77932BC7}"/>
                </a:ext>
              </a:extLst>
            </p:cNvPr>
            <p:cNvSpPr txBox="1">
              <a:spLocks/>
            </p:cNvSpPr>
            <p:nvPr/>
          </p:nvSpPr>
          <p:spPr>
            <a:xfrm>
              <a:off x="2245021" y="4487256"/>
              <a:ext cx="1979380" cy="5958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44723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sz="293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ja-JP" altLang="en-US" sz="2400">
                  <a:solidFill>
                    <a:srgbClr val="63A83C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フランス語</a:t>
              </a:r>
              <a:endParaRPr lang="ja-JP" altLang="en-US" sz="2800" spc="-3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endParaRP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27E607EE-6EFD-F1B0-871C-E5B469429F5A}"/>
              </a:ext>
            </a:extLst>
          </p:cNvPr>
          <p:cNvGrpSpPr/>
          <p:nvPr/>
        </p:nvGrpSpPr>
        <p:grpSpPr>
          <a:xfrm rot="2701364">
            <a:off x="2241223" y="8109636"/>
            <a:ext cx="895226" cy="595810"/>
            <a:chOff x="2245021" y="4487256"/>
            <a:chExt cx="1979380" cy="595810"/>
          </a:xfrm>
        </p:grpSpPr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6C00DB6A-5BB1-A705-59F8-04F6D2E039C0}"/>
                </a:ext>
              </a:extLst>
            </p:cNvPr>
            <p:cNvSpPr/>
            <p:nvPr/>
          </p:nvSpPr>
          <p:spPr>
            <a:xfrm>
              <a:off x="2245021" y="4545627"/>
              <a:ext cx="1975002" cy="531089"/>
            </a:xfrm>
            <a:prstGeom prst="rect">
              <a:avLst/>
            </a:prstGeom>
            <a:ln>
              <a:noFill/>
            </a:ln>
            <a:effectLst>
              <a:outerShdw blurRad="127000" dist="50800" dir="2700000" algn="tl" rotWithShape="0">
                <a:prstClr val="black">
                  <a:alpha val="3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DE2B8471-D678-A8B3-8852-0EBA022279ED}"/>
                </a:ext>
              </a:extLst>
            </p:cNvPr>
            <p:cNvSpPr/>
            <p:nvPr/>
          </p:nvSpPr>
          <p:spPr>
            <a:xfrm>
              <a:off x="2245277" y="4545627"/>
              <a:ext cx="1975002" cy="5310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タイトル 1">
              <a:extLst>
                <a:ext uri="{FF2B5EF4-FFF2-40B4-BE49-F238E27FC236}">
                  <a16:creationId xmlns:a16="http://schemas.microsoft.com/office/drawing/2014/main" id="{AE7214A0-7E39-DAC0-1F25-888698383E15}"/>
                </a:ext>
              </a:extLst>
            </p:cNvPr>
            <p:cNvSpPr txBox="1">
              <a:spLocks/>
            </p:cNvSpPr>
            <p:nvPr/>
          </p:nvSpPr>
          <p:spPr>
            <a:xfrm>
              <a:off x="2245021" y="4487256"/>
              <a:ext cx="1979380" cy="5958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44723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sz="293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ja-JP" altLang="en-US" sz="2400">
                  <a:solidFill>
                    <a:srgbClr val="63A83C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英語</a:t>
              </a:r>
              <a:endParaRPr lang="ja-JP" altLang="en-US" sz="2800" spc="-3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3188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B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21312-B963-456D-1447-96A870DF2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27B2B8E-0452-EB41-95AC-7E1AEB7F9B65}"/>
              </a:ext>
            </a:extLst>
          </p:cNvPr>
          <p:cNvSpPr/>
          <p:nvPr/>
        </p:nvSpPr>
        <p:spPr>
          <a:xfrm>
            <a:off x="292036" y="2069742"/>
            <a:ext cx="3887915" cy="7543800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6512634-E4F3-A192-6B33-5B4AA0BBD82D}"/>
              </a:ext>
            </a:extLst>
          </p:cNvPr>
          <p:cNvSpPr/>
          <p:nvPr/>
        </p:nvSpPr>
        <p:spPr>
          <a:xfrm>
            <a:off x="292037" y="2070100"/>
            <a:ext cx="3898963" cy="7543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03A2415-D47E-4A60-E7A5-A9A50DDC4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9" b="3695"/>
          <a:stretch>
            <a:fillRect/>
          </a:stretch>
        </p:blipFill>
        <p:spPr>
          <a:xfrm>
            <a:off x="368237" y="2167350"/>
            <a:ext cx="3735513" cy="734894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BE56EB1-E169-7E55-4FA8-37E3B705D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9" b="3695"/>
          <a:stretch>
            <a:fillRect/>
          </a:stretch>
        </p:blipFill>
        <p:spPr>
          <a:xfrm>
            <a:off x="368237" y="2167352"/>
            <a:ext cx="3735512" cy="7348940"/>
          </a:xfrm>
          <a:prstGeom prst="rtTriangle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9A69652-6017-64C9-3AE5-381DDD0000C7}"/>
              </a:ext>
            </a:extLst>
          </p:cNvPr>
          <p:cNvSpPr/>
          <p:nvPr/>
        </p:nvSpPr>
        <p:spPr>
          <a:xfrm>
            <a:off x="160509" y="1333271"/>
            <a:ext cx="4141788" cy="531089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116E8CE5-92F8-EB08-9FC9-0EE65E8DEEF3}"/>
              </a:ext>
            </a:extLst>
          </p:cNvPr>
          <p:cNvSpPr/>
          <p:nvPr/>
        </p:nvSpPr>
        <p:spPr>
          <a:xfrm>
            <a:off x="160765" y="1333271"/>
            <a:ext cx="4141788" cy="5310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タイトル 1">
            <a:extLst>
              <a:ext uri="{FF2B5EF4-FFF2-40B4-BE49-F238E27FC236}">
                <a16:creationId xmlns:a16="http://schemas.microsoft.com/office/drawing/2014/main" id="{0989E566-B514-BF5C-4F6F-D6B89ABA3ECD}"/>
              </a:ext>
            </a:extLst>
          </p:cNvPr>
          <p:cNvSpPr txBox="1">
            <a:spLocks/>
          </p:cNvSpPr>
          <p:nvPr/>
        </p:nvSpPr>
        <p:spPr>
          <a:xfrm>
            <a:off x="160508" y="1274900"/>
            <a:ext cx="4150969" cy="5958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4723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全箇所ライト</a:t>
            </a:r>
            <a:r>
              <a:rPr lang="en-US" altLang="ja-JP" sz="2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/</a:t>
            </a:r>
            <a:r>
              <a:rPr lang="ja-JP" altLang="en-US" sz="2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ダークモード対応</a:t>
            </a:r>
            <a:r>
              <a:rPr lang="en-US" altLang="ja-JP" sz="280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UI</a:t>
            </a:r>
            <a:endParaRPr lang="ja-JP" altLang="en-US" sz="2800" spc="-300">
              <a:solidFill>
                <a:srgbClr val="63A83C"/>
              </a:solidFill>
              <a:latin typeface="コーポレート・ロゴ ver3 Bold" panose="02000600000000000000" pitchFamily="50" charset="-128"/>
              <a:ea typeface="コーポレート・ロゴ ver3 Bold" panose="020006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F8D80AC-E101-BEDE-F229-5D6D26CEAC4E}"/>
              </a:ext>
            </a:extLst>
          </p:cNvPr>
          <p:cNvSpPr/>
          <p:nvPr/>
        </p:nvSpPr>
        <p:spPr>
          <a:xfrm>
            <a:off x="164844" y="148233"/>
            <a:ext cx="4141788" cy="982068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7A6BF7F-390A-5941-D504-0EE9797D3164}"/>
              </a:ext>
            </a:extLst>
          </p:cNvPr>
          <p:cNvSpPr/>
          <p:nvPr/>
        </p:nvSpPr>
        <p:spPr>
          <a:xfrm>
            <a:off x="165100" y="148233"/>
            <a:ext cx="4141788" cy="8868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F6CBD7ED-00D7-9807-FD60-26C9D388382B}"/>
              </a:ext>
            </a:extLst>
          </p:cNvPr>
          <p:cNvSpPr/>
          <p:nvPr/>
        </p:nvSpPr>
        <p:spPr>
          <a:xfrm>
            <a:off x="165100" y="802640"/>
            <a:ext cx="4141788" cy="3276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タイトル 1">
            <a:extLst>
              <a:ext uri="{FF2B5EF4-FFF2-40B4-BE49-F238E27FC236}">
                <a16:creationId xmlns:a16="http://schemas.microsoft.com/office/drawing/2014/main" id="{41FF7D44-3EC3-86DC-621F-BE84756D2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441"/>
            <a:ext cx="4471988" cy="1168400"/>
          </a:xfrm>
        </p:spPr>
        <p:txBody>
          <a:bodyPr>
            <a:normAutofit/>
          </a:bodyPr>
          <a:lstStyle/>
          <a:p>
            <a:r>
              <a:rPr kumimoji="1" lang="ja-JP" altLang="en-US" sz="60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フォルダタブ</a:t>
            </a:r>
            <a:endParaRPr kumimoji="1" lang="ja-JP" altLang="en-US" sz="6000" spc="-300">
              <a:solidFill>
                <a:schemeClr val="accent6">
                  <a:lumMod val="75000"/>
                </a:schemeClr>
              </a:solidFill>
              <a:latin typeface="コーポレート・ロゴ ver3 Bold" panose="02000600000000000000" pitchFamily="50" charset="-128"/>
              <a:ea typeface="コーポレート・ロゴ ver3 Bold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240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B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C9BCF-9096-7EDC-100E-B5DBFC92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4FBA9D2-F426-5A97-42A6-EBF92DACCA5B}"/>
              </a:ext>
            </a:extLst>
          </p:cNvPr>
          <p:cNvSpPr/>
          <p:nvPr/>
        </p:nvSpPr>
        <p:spPr>
          <a:xfrm>
            <a:off x="292036" y="2069742"/>
            <a:ext cx="3887915" cy="7543800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C2ED0F15-ADDA-9983-9376-3DE7AFDE64BA}"/>
              </a:ext>
            </a:extLst>
          </p:cNvPr>
          <p:cNvSpPr/>
          <p:nvPr/>
        </p:nvSpPr>
        <p:spPr>
          <a:xfrm>
            <a:off x="292037" y="2070100"/>
            <a:ext cx="3898963" cy="7543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9D27D9A-1B33-1124-4238-4E540F96D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9" b="3695"/>
          <a:stretch>
            <a:fillRect/>
          </a:stretch>
        </p:blipFill>
        <p:spPr>
          <a:xfrm>
            <a:off x="368237" y="2167350"/>
            <a:ext cx="3735513" cy="7348942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6640483-BE4C-E822-EF90-ED5C71B925F5}"/>
              </a:ext>
            </a:extLst>
          </p:cNvPr>
          <p:cNvSpPr/>
          <p:nvPr/>
        </p:nvSpPr>
        <p:spPr>
          <a:xfrm>
            <a:off x="160509" y="1333271"/>
            <a:ext cx="4141788" cy="531089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F106D3A-5089-7E63-1E72-0912E84C6D14}"/>
              </a:ext>
            </a:extLst>
          </p:cNvPr>
          <p:cNvSpPr/>
          <p:nvPr/>
        </p:nvSpPr>
        <p:spPr>
          <a:xfrm>
            <a:off x="160765" y="1333271"/>
            <a:ext cx="4141788" cy="5310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タイトル 1">
            <a:extLst>
              <a:ext uri="{FF2B5EF4-FFF2-40B4-BE49-F238E27FC236}">
                <a16:creationId xmlns:a16="http://schemas.microsoft.com/office/drawing/2014/main" id="{7E938B1E-DD51-3596-483C-44958A3D1DAC}"/>
              </a:ext>
            </a:extLst>
          </p:cNvPr>
          <p:cNvSpPr txBox="1">
            <a:spLocks/>
          </p:cNvSpPr>
          <p:nvPr/>
        </p:nvSpPr>
        <p:spPr>
          <a:xfrm>
            <a:off x="160508" y="1274900"/>
            <a:ext cx="4150969" cy="5958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4723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復習予定を把握</a:t>
            </a:r>
            <a:r>
              <a:rPr lang="ja-JP" altLang="en-US" sz="1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 </a:t>
            </a:r>
            <a:r>
              <a:rPr lang="ja-JP" altLang="en-US" sz="2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→</a:t>
            </a:r>
            <a:r>
              <a:rPr lang="ja-JP" altLang="en-US" sz="1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 </a:t>
            </a:r>
            <a:r>
              <a:rPr lang="ja-JP" altLang="en-US" sz="280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即テスト</a:t>
            </a:r>
            <a:endParaRPr lang="ja-JP" altLang="en-US" sz="2800" spc="-300">
              <a:solidFill>
                <a:srgbClr val="548235"/>
              </a:solidFill>
              <a:latin typeface="コーポレート・ロゴ ver3 Bold" panose="02000600000000000000" pitchFamily="50" charset="-128"/>
              <a:ea typeface="コーポレート・ロゴ ver3 Bold" panose="020006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E6CBA8F0-71FA-57A0-F88F-884042A4C316}"/>
              </a:ext>
            </a:extLst>
          </p:cNvPr>
          <p:cNvSpPr/>
          <p:nvPr/>
        </p:nvSpPr>
        <p:spPr>
          <a:xfrm>
            <a:off x="164844" y="148233"/>
            <a:ext cx="4141788" cy="982068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0C1007CC-D607-9481-8D6C-F3582CB2E542}"/>
              </a:ext>
            </a:extLst>
          </p:cNvPr>
          <p:cNvSpPr/>
          <p:nvPr/>
        </p:nvSpPr>
        <p:spPr>
          <a:xfrm>
            <a:off x="165100" y="148233"/>
            <a:ext cx="4141788" cy="8868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2B14A07F-3192-658B-09A9-2E7E075BC067}"/>
              </a:ext>
            </a:extLst>
          </p:cNvPr>
          <p:cNvSpPr/>
          <p:nvPr/>
        </p:nvSpPr>
        <p:spPr>
          <a:xfrm>
            <a:off x="165100" y="802640"/>
            <a:ext cx="4141788" cy="3276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タイトル 1">
            <a:extLst>
              <a:ext uri="{FF2B5EF4-FFF2-40B4-BE49-F238E27FC236}">
                <a16:creationId xmlns:a16="http://schemas.microsoft.com/office/drawing/2014/main" id="{DFFD08D8-F0E1-5EA4-5D95-A2F3FB687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441"/>
            <a:ext cx="4471988" cy="1168400"/>
          </a:xfrm>
        </p:spPr>
        <p:txBody>
          <a:bodyPr>
            <a:normAutofit/>
          </a:bodyPr>
          <a:lstStyle/>
          <a:p>
            <a:r>
              <a:rPr kumimoji="1" lang="ja-JP" altLang="en-US" sz="60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カレンダータブ</a:t>
            </a:r>
            <a:endParaRPr kumimoji="1" lang="ja-JP" altLang="en-US" sz="6000" spc="-300">
              <a:solidFill>
                <a:schemeClr val="accent6">
                  <a:lumMod val="75000"/>
                </a:schemeClr>
              </a:solidFill>
              <a:latin typeface="コーポレート・ロゴ ver3 Bold" panose="02000600000000000000" pitchFamily="50" charset="-128"/>
              <a:ea typeface="コーポレート・ロゴ ver3 Bold" panose="020006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A6031E3-6B26-705A-C34F-F46727147C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56" b="2299"/>
          <a:stretch>
            <a:fillRect/>
          </a:stretch>
        </p:blipFill>
        <p:spPr>
          <a:xfrm>
            <a:off x="367981" y="2154650"/>
            <a:ext cx="3735512" cy="734894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9C3D23A-707F-E57B-1071-65FD7334BF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41" b="3713"/>
          <a:stretch>
            <a:fillRect/>
          </a:stretch>
        </p:blipFill>
        <p:spPr>
          <a:xfrm>
            <a:off x="363647" y="2154650"/>
            <a:ext cx="3735512" cy="73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29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B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DB85ED-913C-75CD-B9C7-12C7A599B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C4EECBE-DD07-DB07-E1A7-C5932035D500}"/>
              </a:ext>
            </a:extLst>
          </p:cNvPr>
          <p:cNvSpPr/>
          <p:nvPr/>
        </p:nvSpPr>
        <p:spPr>
          <a:xfrm>
            <a:off x="292036" y="1669692"/>
            <a:ext cx="3887915" cy="3044825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7F0A837-D6DF-8881-00B6-A118498BAA1D}"/>
              </a:ext>
            </a:extLst>
          </p:cNvPr>
          <p:cNvSpPr/>
          <p:nvPr/>
        </p:nvSpPr>
        <p:spPr>
          <a:xfrm>
            <a:off x="292037" y="1670050"/>
            <a:ext cx="3898963" cy="30448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7F086F9-89BE-8950-B48B-7603662C73AB}"/>
              </a:ext>
            </a:extLst>
          </p:cNvPr>
          <p:cNvSpPr/>
          <p:nvPr/>
        </p:nvSpPr>
        <p:spPr>
          <a:xfrm>
            <a:off x="160510" y="994722"/>
            <a:ext cx="4141788" cy="531089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750436B5-8F17-1BB4-8F6D-1C96E430CE40}"/>
              </a:ext>
            </a:extLst>
          </p:cNvPr>
          <p:cNvSpPr/>
          <p:nvPr/>
        </p:nvSpPr>
        <p:spPr>
          <a:xfrm>
            <a:off x="160766" y="994722"/>
            <a:ext cx="4141788" cy="5310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タイトル 1">
            <a:extLst>
              <a:ext uri="{FF2B5EF4-FFF2-40B4-BE49-F238E27FC236}">
                <a16:creationId xmlns:a16="http://schemas.microsoft.com/office/drawing/2014/main" id="{8DB4A5D1-BD3B-ACE2-301B-068B80AAFB16}"/>
              </a:ext>
            </a:extLst>
          </p:cNvPr>
          <p:cNvSpPr txBox="1">
            <a:spLocks/>
          </p:cNvSpPr>
          <p:nvPr/>
        </p:nvSpPr>
        <p:spPr>
          <a:xfrm>
            <a:off x="160509" y="936351"/>
            <a:ext cx="4150969" cy="5958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4723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暗記率を</a:t>
            </a:r>
            <a:r>
              <a:rPr lang="ja-JP" altLang="en-US" sz="280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見える化</a:t>
            </a:r>
            <a:r>
              <a:rPr lang="ja-JP" altLang="en-US" sz="28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👀</a:t>
            </a:r>
            <a:endParaRPr lang="ja-JP" altLang="en-US" sz="2800" spc="-300">
              <a:solidFill>
                <a:srgbClr val="548235"/>
              </a:solidFill>
              <a:latin typeface="コーポレート・ロゴ ver3 Bold" panose="02000600000000000000" pitchFamily="50" charset="-128"/>
              <a:ea typeface="コーポレート・ロゴ ver3 Bold" panose="02000600000000000000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404125B-6E2E-4B68-BB54-7D1D93EC1A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77" b="51953"/>
          <a:stretch>
            <a:fillRect/>
          </a:stretch>
        </p:blipFill>
        <p:spPr>
          <a:xfrm>
            <a:off x="377496" y="1754242"/>
            <a:ext cx="3726255" cy="2865383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22148C9-10AB-0BBA-C835-B037E6A85B65}"/>
              </a:ext>
            </a:extLst>
          </p:cNvPr>
          <p:cNvGrpSpPr/>
          <p:nvPr/>
        </p:nvGrpSpPr>
        <p:grpSpPr>
          <a:xfrm>
            <a:off x="165138" y="146733"/>
            <a:ext cx="4150969" cy="709609"/>
            <a:chOff x="155662" y="6856550"/>
            <a:chExt cx="4150969" cy="595810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570DA841-D9D3-2482-5D73-E5B0222D0B3C}"/>
                </a:ext>
              </a:extLst>
            </p:cNvPr>
            <p:cNvSpPr/>
            <p:nvPr/>
          </p:nvSpPr>
          <p:spPr>
            <a:xfrm>
              <a:off x="155663" y="6914921"/>
              <a:ext cx="4141788" cy="531089"/>
            </a:xfrm>
            <a:prstGeom prst="rect">
              <a:avLst/>
            </a:prstGeom>
            <a:ln>
              <a:noFill/>
            </a:ln>
            <a:effectLst>
              <a:outerShdw blurRad="127000" dist="50800" dir="2700000" algn="tl" rotWithShape="0">
                <a:prstClr val="black">
                  <a:alpha val="3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8816D112-8E3E-A908-C9EF-6EB8D91CEC5C}"/>
                </a:ext>
              </a:extLst>
            </p:cNvPr>
            <p:cNvSpPr/>
            <p:nvPr/>
          </p:nvSpPr>
          <p:spPr>
            <a:xfrm>
              <a:off x="155919" y="6914921"/>
              <a:ext cx="4141788" cy="5310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73358DC-593F-A451-C257-ED4C94CD9C66}"/>
                </a:ext>
              </a:extLst>
            </p:cNvPr>
            <p:cNvSpPr/>
            <p:nvPr/>
          </p:nvSpPr>
          <p:spPr>
            <a:xfrm>
              <a:off x="155663" y="7288531"/>
              <a:ext cx="4141788" cy="15747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4" name="タイトル 1">
              <a:extLst>
                <a:ext uri="{FF2B5EF4-FFF2-40B4-BE49-F238E27FC236}">
                  <a16:creationId xmlns:a16="http://schemas.microsoft.com/office/drawing/2014/main" id="{F3DBB4C9-DE55-15BB-1AD6-7E41CA065B5D}"/>
                </a:ext>
              </a:extLst>
            </p:cNvPr>
            <p:cNvSpPr txBox="1">
              <a:spLocks/>
            </p:cNvSpPr>
            <p:nvPr/>
          </p:nvSpPr>
          <p:spPr>
            <a:xfrm>
              <a:off x="155662" y="6856550"/>
              <a:ext cx="4150969" cy="5958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44723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sz="293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ja-JP" altLang="en-US" sz="3600">
                  <a:solidFill>
                    <a:srgbClr val="63A83C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グラフタブ</a:t>
              </a:r>
            </a:p>
          </p:txBody>
        </p:sp>
      </p:grp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2806554-469F-1F04-8D3C-CF28C0B903AC}"/>
              </a:ext>
            </a:extLst>
          </p:cNvPr>
          <p:cNvSpPr/>
          <p:nvPr/>
        </p:nvSpPr>
        <p:spPr>
          <a:xfrm>
            <a:off x="303085" y="6314034"/>
            <a:ext cx="3887915" cy="3044825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B6763F5-C61C-F207-92F3-7720B69A1478}"/>
              </a:ext>
            </a:extLst>
          </p:cNvPr>
          <p:cNvSpPr/>
          <p:nvPr/>
        </p:nvSpPr>
        <p:spPr>
          <a:xfrm>
            <a:off x="303086" y="6314392"/>
            <a:ext cx="3898963" cy="30448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9A91CFA-C42A-5125-CD9C-18F5F5154C20}"/>
              </a:ext>
            </a:extLst>
          </p:cNvPr>
          <p:cNvSpPr/>
          <p:nvPr/>
        </p:nvSpPr>
        <p:spPr>
          <a:xfrm>
            <a:off x="171559" y="5639064"/>
            <a:ext cx="4141788" cy="531089"/>
          </a:xfrm>
          <a:prstGeom prst="rect">
            <a:avLst/>
          </a:prstGeom>
          <a:ln>
            <a:noFill/>
          </a:ln>
          <a:effectLst>
            <a:outerShdw blurRad="127000" dist="508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0ACA477-7FF8-E1AB-8E2E-F0D74778773C}"/>
              </a:ext>
            </a:extLst>
          </p:cNvPr>
          <p:cNvSpPr/>
          <p:nvPr/>
        </p:nvSpPr>
        <p:spPr>
          <a:xfrm>
            <a:off x="171815" y="5639064"/>
            <a:ext cx="4141788" cy="5310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タイトル 1">
            <a:extLst>
              <a:ext uri="{FF2B5EF4-FFF2-40B4-BE49-F238E27FC236}">
                <a16:creationId xmlns:a16="http://schemas.microsoft.com/office/drawing/2014/main" id="{8D1246CA-3B37-2128-03E6-95BD3C90CD9E}"/>
              </a:ext>
            </a:extLst>
          </p:cNvPr>
          <p:cNvSpPr txBox="1">
            <a:spLocks/>
          </p:cNvSpPr>
          <p:nvPr/>
        </p:nvSpPr>
        <p:spPr>
          <a:xfrm>
            <a:off x="171558" y="5580693"/>
            <a:ext cx="4150969" cy="5958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4723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フォルダを</a:t>
            </a:r>
            <a:r>
              <a:rPr lang="ja-JP" altLang="en-US" sz="280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友</a:t>
            </a:r>
            <a:r>
              <a:rPr lang="ja-JP" altLang="en-US" sz="2800" spc="-30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達・</a:t>
            </a:r>
            <a:r>
              <a:rPr lang="ja-JP" altLang="en-US" sz="2800">
                <a:solidFill>
                  <a:srgbClr val="548235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全世界と</a:t>
            </a:r>
            <a:r>
              <a:rPr lang="ja-JP" altLang="en-US" sz="2400">
                <a:solidFill>
                  <a:srgbClr val="63A83C"/>
                </a:solidFill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共有</a:t>
            </a:r>
            <a:endParaRPr lang="ja-JP" altLang="en-US" sz="2800" spc="-300">
              <a:solidFill>
                <a:srgbClr val="548235"/>
              </a:solidFill>
              <a:latin typeface="コーポレート・ロゴ ver3 Bold" panose="02000600000000000000" pitchFamily="50" charset="-128"/>
              <a:ea typeface="コーポレート・ロゴ ver3 Bold" panose="02000600000000000000" pitchFamily="50" charset="-128"/>
            </a:endParaRP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A6BE6684-52C6-DBCC-3FB7-50D6848926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77" b="51953"/>
          <a:stretch>
            <a:fillRect/>
          </a:stretch>
        </p:blipFill>
        <p:spPr>
          <a:xfrm>
            <a:off x="388545" y="6398584"/>
            <a:ext cx="3726255" cy="2865383"/>
          </a:xfrm>
          <a:prstGeom prst="rect">
            <a:avLst/>
          </a:prstGeom>
        </p:spPr>
      </p:pic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53DF989B-975F-BCBE-7722-443815BB3AA7}"/>
              </a:ext>
            </a:extLst>
          </p:cNvPr>
          <p:cNvGrpSpPr/>
          <p:nvPr/>
        </p:nvGrpSpPr>
        <p:grpSpPr>
          <a:xfrm>
            <a:off x="176187" y="4791075"/>
            <a:ext cx="4150969" cy="709609"/>
            <a:chOff x="155662" y="6856550"/>
            <a:chExt cx="4150969" cy="595810"/>
          </a:xfrm>
        </p:grpSpPr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F1158B3D-6D4C-38A8-DA12-61A6D855DA35}"/>
                </a:ext>
              </a:extLst>
            </p:cNvPr>
            <p:cNvSpPr/>
            <p:nvPr/>
          </p:nvSpPr>
          <p:spPr>
            <a:xfrm>
              <a:off x="155663" y="6914921"/>
              <a:ext cx="4141788" cy="531089"/>
            </a:xfrm>
            <a:prstGeom prst="rect">
              <a:avLst/>
            </a:prstGeom>
            <a:ln>
              <a:noFill/>
            </a:ln>
            <a:effectLst>
              <a:outerShdw blurRad="127000" dist="50800" dir="2700000" algn="tl" rotWithShape="0">
                <a:prstClr val="black">
                  <a:alpha val="3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6588E82E-FA4B-39E8-86FA-FCE379AC4352}"/>
                </a:ext>
              </a:extLst>
            </p:cNvPr>
            <p:cNvSpPr/>
            <p:nvPr/>
          </p:nvSpPr>
          <p:spPr>
            <a:xfrm>
              <a:off x="155919" y="6914921"/>
              <a:ext cx="4141788" cy="5310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3ECB1D7A-EBC9-ED52-12AE-C9C5DAC1BD28}"/>
                </a:ext>
              </a:extLst>
            </p:cNvPr>
            <p:cNvSpPr/>
            <p:nvPr/>
          </p:nvSpPr>
          <p:spPr>
            <a:xfrm>
              <a:off x="155663" y="7288531"/>
              <a:ext cx="4141788" cy="15747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41" name="タイトル 1">
              <a:extLst>
                <a:ext uri="{FF2B5EF4-FFF2-40B4-BE49-F238E27FC236}">
                  <a16:creationId xmlns:a16="http://schemas.microsoft.com/office/drawing/2014/main" id="{EDD0B3E7-A1DD-2583-C9CD-732179513D53}"/>
                </a:ext>
              </a:extLst>
            </p:cNvPr>
            <p:cNvSpPr txBox="1">
              <a:spLocks/>
            </p:cNvSpPr>
            <p:nvPr/>
          </p:nvSpPr>
          <p:spPr>
            <a:xfrm>
              <a:off x="155662" y="6856550"/>
              <a:ext cx="4150969" cy="5958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44723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sz="293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ja-JP" altLang="en-US" sz="3600">
                  <a:solidFill>
                    <a:srgbClr val="63A83C"/>
                  </a:solidFill>
                  <a:latin typeface="コーポレート・ロゴ ver3 Bold" panose="02000600000000000000" pitchFamily="50" charset="-128"/>
                  <a:ea typeface="コーポレート・ロゴ ver3 Bold" panose="02000600000000000000" pitchFamily="50" charset="-128"/>
                </a:rPr>
                <a:t>共有フォルダタブ</a:t>
              </a:r>
            </a:p>
          </p:txBody>
        </p:sp>
      </p:grpSp>
      <p:pic>
        <p:nvPicPr>
          <p:cNvPr id="46" name="図 45">
            <a:extLst>
              <a:ext uri="{FF2B5EF4-FFF2-40B4-BE49-F238E27FC236}">
                <a16:creationId xmlns:a16="http://schemas.microsoft.com/office/drawing/2014/main" id="{745CCD63-C3F0-7797-FD39-B7F2E6352D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10" b="52621"/>
          <a:stretch>
            <a:fillRect/>
          </a:stretch>
        </p:blipFill>
        <p:spPr>
          <a:xfrm>
            <a:off x="388545" y="6398585"/>
            <a:ext cx="3726255" cy="286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73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98</TotalTime>
  <Words>59</Words>
  <Application>Microsoft Office PowerPoint</Application>
  <PresentationFormat>ユーザー設定</PresentationFormat>
  <Paragraphs>19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コーポレート・ロゴ ver3 Bold</vt:lpstr>
      <vt:lpstr>Arial</vt:lpstr>
      <vt:lpstr>Calibri</vt:lpstr>
      <vt:lpstr>Calibri Light</vt:lpstr>
      <vt:lpstr>Office テーマ</vt:lpstr>
      <vt:lpstr>暗記のアニキ</vt:lpstr>
      <vt:lpstr>ホームタブ</vt:lpstr>
      <vt:lpstr>フォルダタブ</vt:lpstr>
      <vt:lpstr>カレンダータブ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 かにー</dc:creator>
  <cp:lastModifiedBy>. かにー</cp:lastModifiedBy>
  <cp:revision>2</cp:revision>
  <dcterms:created xsi:type="dcterms:W3CDTF">2026-07-31T16:02:21Z</dcterms:created>
  <dcterms:modified xsi:type="dcterms:W3CDTF">2026-07-31T17:41:06Z</dcterms:modified>
</cp:coreProperties>
</file>